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192EE4-CC07-25A9-E5B7-BD7AE70FD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6C4382F-EA7E-8AD6-23B7-8579EC6B6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5BB4CB-13E4-5387-1C96-3981418D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036967-3083-AADB-0113-2936D64BC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DCFD38-1F8D-7D26-7AD7-D501724C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38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BB568D-7D8E-8944-F858-F3C41567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FF9F3F-BF52-1D16-4EB3-5E67F853C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9E60B4-674B-6C81-D6D8-EB67D624F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2FB4B8-E860-2981-B18B-E1263596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368167-5C0A-42EC-B268-B0710984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8168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711742-77A3-B7A9-4535-8B7144D8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51986E-D1EF-A130-EC4E-2510686DD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617839-2C44-7BBE-E962-989B5E47F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45FA44-4131-6B8C-0F88-900F17685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4EB3BB-FB9D-4001-3FB7-5C0B1C2F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6632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EDCB17-9795-01F4-8C7C-B01919B2E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728505-B85B-3DFE-FF02-9EE3A5D89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7AF221C-A994-2ACD-613C-ED40E5807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2CD926D-9C0E-4771-09DF-BA16BF7C5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D37804-66D8-5407-EE72-B645B271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CDF22C5-F311-CE2C-A72C-C7BD1106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33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628E1F-4EEA-9A8D-C286-3B134C15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4721AB-40A1-38EB-D361-8E08292F8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4B084FE-A614-CD09-1BD7-E5DEDA850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87D7703-02C0-82AF-F1DA-73092A7E5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47EE78B-F9DE-EE47-6390-83A965159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22E6FD1-41C1-A747-3601-8EEA6CC5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6895ACE-1D8A-F20C-2F4E-D1D5DABE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41DBE38-DCF6-6D7A-D79C-36683757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042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AE4AFD-3E11-9093-7A60-D9EF1DF89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D5BCDB-9C95-7E61-2DB6-AC05B35B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3164A48-6832-8DC9-B3F6-D1F91DE8F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E8BB24C-05D7-FA05-0B07-2B7B4293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2307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F375B64-738D-D7B2-9C23-5D8AFAB6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852221F-ABB4-0859-ECD3-8B9947BF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162111-B2E5-3B0B-B10F-DF00007BD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9675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C54A4C-D96F-1802-5705-BD4CD8B17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2CEAA7-7F58-3922-4F45-454343038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99543E-95B3-729E-F40D-F19925733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1BB0AB-47EA-A341-ED1F-7668D409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0106B9-94BB-1689-3008-5754CD98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453808-0E02-43A5-757B-5D98A3B7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33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F8F8CA-ABFB-F0D2-A84C-34E1D66F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149A566-D573-DC39-895A-6D81ED90B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9F8313-3247-A310-A431-E28826A71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794211-D8DC-62E4-041A-0F43BCB8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C82920-E1B9-0B7B-BD28-3E4C4020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FFF677-DF4F-EBB8-7A19-341383E4B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573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3EE3B3-0DAD-6269-93B5-79053B4E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507EE8E-FDB8-CCDA-C68A-168B090BF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1B64CB-B773-D9E5-38FE-773A5AE8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BC71A8-128C-F3BE-66DA-3A914C00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BA8892-3329-AF6C-CD06-48FCC66D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82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227D3B6-591A-49E5-B928-44BB9B057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720BAB-6618-FBFC-0280-B0C4F6632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1D0624-F1C4-F8A0-98C9-4DDD42F93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B21A8D-7863-FEC0-4D26-3AFF9C30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06AC63-F309-1664-2B12-E9C27DBA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869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0BA9253-B01C-EBDB-8E9D-E2CA672E0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E98D90-3791-F441-86ED-07FD9FE70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187B0A-53D4-6464-81CA-E1E3A4E92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5614A0-6E25-421D-9A33-615CE9DA3B95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5A4A75-3C0D-9EA0-E06D-A04D96B47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ACE1AC-CF9B-09FD-09EA-DE8761414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75059-7455-4D35-883F-85543CD871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214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14F465-A7F0-9C17-AB32-CE3801C156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zh-TW" dirty="0"/>
              <a:t>菇菇食譜生成器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32A8C3-B7E8-D7DB-ACA3-8525DAD0B9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111062308</a:t>
            </a:r>
            <a:r>
              <a:rPr lang="zh-TW" altLang="en-US" dirty="0"/>
              <a:t> 黃柏皓</a:t>
            </a:r>
          </a:p>
        </p:txBody>
      </p:sp>
    </p:spTree>
    <p:extLst>
      <p:ext uri="{BB962C8B-B14F-4D97-AF65-F5344CB8AC3E}">
        <p14:creationId xmlns:p14="http://schemas.microsoft.com/office/powerpoint/2010/main" val="794447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13F87D-6672-35B6-E086-FE360748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作品主題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4EA1E8-867F-3499-6FB7-7D369337F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以可食用真菌中的菇類為核心，設計一個能依照食材組合自動產生食譜的網頁工具。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762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BC062D-56D4-38A7-3CD6-700391CD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創作動機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2ABB66-D5DA-8B40-E1A4-7E5DC18FB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想做一些不同的東西，且有實用價值</a:t>
            </a:r>
            <a:endParaRPr lang="en-US" altLang="zh-TW" dirty="0"/>
          </a:p>
          <a:p>
            <a:r>
              <a:rPr lang="zh-TW" altLang="en-US" dirty="0"/>
              <a:t>後來決定做出食譜生成器，讓使用者選擇特定條件，</a:t>
            </a:r>
            <a:r>
              <a:rPr lang="zh-TW" altLang="zh-TW" dirty="0"/>
              <a:t>快速得到一道以菇類為主角的食譜。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25775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A75DD9-A065-D788-1C85-7F9E8D71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功能介紹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53F2EA-DB0C-196B-B558-C38B664F5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頁面上選擇三個條件</a:t>
            </a:r>
            <a:r>
              <a:rPr lang="zh-TW" altLang="en-US" dirty="0"/>
              <a:t>：菇類、主食材、料理風格</a:t>
            </a:r>
            <a:endParaRPr lang="en-US" altLang="zh-TW" dirty="0"/>
          </a:p>
          <a:p>
            <a:r>
              <a:rPr lang="zh-TW" altLang="en-US"/>
              <a:t>可得到一份食譜</a:t>
            </a:r>
            <a:endParaRPr lang="zh-TW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9430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</Words>
  <Application>Microsoft Office PowerPoint</Application>
  <PresentationFormat>寬螢幕</PresentationFormat>
  <Paragraphs>10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菇菇食譜生成器</vt:lpstr>
      <vt:lpstr>作品主題</vt:lpstr>
      <vt:lpstr>創作動機</vt:lpstr>
      <vt:lpstr>功能介紹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Huang</dc:creator>
  <cp:lastModifiedBy>Roy Huang</cp:lastModifiedBy>
  <cp:revision>1</cp:revision>
  <dcterms:created xsi:type="dcterms:W3CDTF">2026-06-18T00:53:47Z</dcterms:created>
  <dcterms:modified xsi:type="dcterms:W3CDTF">2026-06-18T01:02:08Z</dcterms:modified>
</cp:coreProperties>
</file>